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6F56C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3ECF9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Leveling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Defense — a centralized task, calendar, and wellness platform for busy students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806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Divija Reddy Varkuti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4950_OL1 · STEM Project Laboratory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Mauricio Yepez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student, five different apps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classes, two part-time jobs, and personal wellness means juggling a calendar app, a to-do app, a habit tracker, and sticky notes — all disconnected from one another.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292608" cy="292608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forgets assignment due dates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292608" cy="292608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to maintain a consistent sleep schedule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292608" cy="292608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370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misses medication reminders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292608" cy="292608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9011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meals during busy days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58968"/>
            <a:ext cx="292608" cy="292608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58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4315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into overall progress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0" y="1600200"/>
            <a:ext cx="4937760" cy="4206240"/>
          </a:xfrm>
          <a:prstGeom prst="roundRect">
            <a:avLst>
              <a:gd name="adj" fmla="val 3043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FRAGMENTATION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7040880" y="3429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 students stitch together just to stay on top of school, work, and health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4343400"/>
            <a:ext cx="4206240" cy="0"/>
          </a:xfrm>
          <a:prstGeom prst="line">
            <a:avLst/>
          </a:prstGeom>
          <a:noFill/>
          <a:ln w="12700">
            <a:solidFill>
              <a:srgbClr val="332C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526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Arise's premise: one dashboard, one login, one place to see it all.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Sung Jinwoo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965960"/>
            <a:ext cx="1005840" cy="1005840"/>
          </a:xfrm>
          <a:prstGeom prst="ellipse">
            <a:avLst/>
          </a:prstGeom>
          <a:solidFill>
            <a:srgbClr val="8B6BF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Jinwoo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22 · Full-time 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197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college student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544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764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1114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330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1645920"/>
            <a:ext cx="3611880" cy="4206240"/>
          </a:xfrm>
          <a:prstGeom prst="roundRect">
            <a:avLst>
              <a:gd name="adj" fmla="val 3544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2402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with strong academic performance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assignment deadlines consistently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school, work, and personal life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healthier sleep and fitness habits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Juggles multiple disconnected apps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due dates and medication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sleep and missed meals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overall progress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pillars, one login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8B6B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52044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tasks, upcoming events, and weekly progress in a single glance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194560"/>
            <a:ext cx="685800" cy="685800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66744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66744" y="352044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complete, delete, search, and filter tasks by priority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2194560"/>
            <a:ext cx="685800" cy="6858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28816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352044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view with events and task due-dates, click any day to manage 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2194560"/>
            <a:ext cx="685800" cy="685800"/>
          </a:xfrm>
          <a:prstGeom prst="ellipse">
            <a:avLst/>
          </a:prstGeom>
          <a:solidFill>
            <a:srgbClr val="F0716B"/>
          </a:solidFill>
          <a:ln/>
        </p:spPr>
      </p:sp>
      <p:sp>
        <p:nvSpPr>
          <p:cNvPr id="21" name="Text 19"/>
          <p:cNvSpPr/>
          <p:nvPr/>
        </p:nvSpPr>
        <p:spPr>
          <a:xfrm>
            <a:off x="940917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90888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90888" y="352044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water, exercise, meals, and medication in one daily check-in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PROGRESSION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evolution: planned vs.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REPORT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server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(Users, Tasks, Calendar, Wellness)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 at rest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for reminders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241F3A"/>
          </a:solidFill>
          <a:ln w="19050">
            <a:solidFill>
              <a:srgbClr val="8B6B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FINAL RELEASE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self-contained HTML/CSS/JS file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data model in localStorage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password hashing (demo-level)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responsive: desktop, tablet, phone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call: validate the full front-end experience end-to-end before investing in backend infrastructure.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486400" cy="5486400"/>
          </a:xfrm>
          <a:prstGeom prst="ellipse">
            <a:avLst/>
          </a:prstGeom>
          <a:solidFill>
            <a:srgbClr val="6F56C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· Dashboard · Tasks · Calendar · Wellness · Log out &amp; back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45720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5111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Login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REALIZATION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wireframe to working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3182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2 —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nav: Dashboard / Tasks / Calendar / Wellness / Settings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+ "here's what's happening today"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card with priority tags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 card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bar + trend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023360"/>
          </a:xfrm>
          <a:prstGeom prst="roundRect">
            <a:avLst>
              <a:gd name="adj" fmla="val 3182"/>
            </a:avLst>
          </a:prstGeom>
          <a:solidFill>
            <a:srgbClr val="241F3A"/>
          </a:solidFill>
          <a:ln w="19050">
            <a:solidFill>
              <a:srgbClr val="8B6B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BUILD —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nav structure, adapted to icon-only / bottom tabs on small screens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matches wireframe exactly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+ priority chips implemented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 implemented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bar shipped; trend line simplified to a percentage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single-file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1170432"/>
          </a:xfrm>
          <a:prstGeom prst="roundRect">
            <a:avLst>
              <a:gd name="adj" fmla="val 9375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28016" cy="1170432"/>
          </a:xfrm>
          <a:prstGeom prst="roundRect">
            <a:avLst/>
          </a:prstGeom>
          <a:solidFill>
            <a:srgbClr val="8B6B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653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markup + CSS custom properties; responsive breakpoints at 1024px and 700px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7315200" cy="1170432"/>
          </a:xfrm>
          <a:prstGeom prst="roundRect">
            <a:avLst>
              <a:gd name="adj" fmla="val 9375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128016" cy="1170432"/>
          </a:xfrm>
          <a:prstGeom prst="round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369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in-memory USERS object keyed by username — mirrors the Users/Tasks/Calendar/Wellness ERD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7315200" cy="1170432"/>
          </a:xfrm>
          <a:prstGeom prst="roundRect">
            <a:avLst>
              <a:gd name="adj" fmla="val 9375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128016" cy="1170432"/>
          </a:xfrm>
          <a:prstGeom prst="roundRect">
            <a:avLst/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085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loadUsers() / saveUsers() read and write that object to localStorage — the database stand-in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737360"/>
            <a:ext cx="3429000" cy="4114800"/>
          </a:xfrm>
          <a:prstGeom prst="roundRect">
            <a:avLst>
              <a:gd name="adj" fmla="val 3733"/>
            </a:avLst>
          </a:prstGeom>
          <a:solidFill>
            <a:srgbClr val="241F3A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REPLACED THE SERVER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ERD from Report 2 planned four SQL tables joined by UserID. The built version keeps that exact shape — one JSON object per user, holding tasks, events, and wellness records — just without a server between the browser and the data.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TOUR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persistence layer, hardened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0E0B18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217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storageOK = true;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localStorage.setItem('__probe__','1');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localStorage.removeItem('__probe__');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catch(e){ storageOK = false;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loadUsers(){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(storageOK)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raw = localStorage.getItem(USERS_KEY);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raw ? JSON.parse(raw) : {};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catch(e){ storageOK = false;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memoryUsers;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0" y="169164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228600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read/write funnels through one choke point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if the browser blocks localStorage (private mode, sandboxed views)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an in-memory store instead of failing silently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fix for the login bug covered next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TOUR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five habits into one score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2743200"/>
          </a:xfrm>
          <a:prstGeom prst="roundRect">
            <a:avLst>
              <a:gd name="adj" fmla="val 3333"/>
            </a:avLst>
          </a:prstGeom>
          <a:solidFill>
            <a:srgbClr val="0E0B18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wellScore(d){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sleepPts = Math.min(d.sleep/8,1)*30;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waterPts = Math.min(d.water/8,1)*20;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exPts = Math.min(d.exercise/30,1)*25;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mealPts = ((d.breakfast?1:0)+(d.lunch?1:0)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+(d.dinner?1:0))/3*15;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medPts = d.meds ? 10 : 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Math.round(sleepPts+waterPts+exPts+mealPts+medPts);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C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2002536" cy="457200"/>
          </a:xfrm>
          <a:prstGeom prst="rect">
            <a:avLst/>
          </a:prstGeom>
          <a:solidFill>
            <a:srgbClr val="8B6BF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091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1937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51176" y="4709160"/>
            <a:ext cx="1335024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/>
          <p:nvPr/>
        </p:nvSpPr>
        <p:spPr>
          <a:xfrm>
            <a:off x="2551176" y="47091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1176" y="519379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86200" y="4709160"/>
            <a:ext cx="1668780" cy="45720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4709160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5193792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54980" y="4709160"/>
            <a:ext cx="1001268" cy="457200"/>
          </a:xfrm>
          <a:prstGeom prst="rect">
            <a:avLst/>
          </a:prstGeom>
          <a:solidFill>
            <a:srgbClr val="F071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54980" y="470916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54980" y="5193792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56248" y="4709160"/>
            <a:ext cx="667512" cy="457200"/>
          </a:xfrm>
          <a:prstGeom prst="rect">
            <a:avLst/>
          </a:prstGeom>
          <a:solidFill>
            <a:srgbClr val="A99FC7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4709160"/>
            <a:ext cx="66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6248" y="5193792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weighting across the 100-point wellness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1691640"/>
            <a:ext cx="4114800" cy="4114800"/>
          </a:xfrm>
          <a:prstGeom prst="roundRect">
            <a:avLst>
              <a:gd name="adj" fmla="val 3111"/>
            </a:avLst>
          </a:prstGeom>
          <a:solidFill>
            <a:srgbClr val="1E1A2F"/>
          </a:solidFill>
          <a:ln w="12700">
            <a:solidFill>
              <a:srgbClr val="332C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FR15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22860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shall provide visual analytics and charts to help users monitor productivity, wellness, and goal progress."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18120" y="37033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function powers both the daily score and the 7-day wellness chart on the dashboard.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roadblock: storage you can't trust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browser contexts block localStorage outright — signup would silently fail to save, and login-back-in would break with no visible reason.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788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deeper issue: localStorage is scoped to one browser on one device — an account made on a laptop simply doesn't exist on a phone.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3840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startup probe that detects a broken store and falls back to an in-memory one, so the app degrades gracefully instead of failing silently.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24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919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08960" y="48920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cross-device sync needs the backend + database from the original design — flagged as the clear next engineering step.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Arise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Feature (Report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database, encrypted passwords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7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— top 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Cross-device account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7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on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existing 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wired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tasks (classes, shifts)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&amp; reminders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levels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streaks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/ monthly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EC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progress % + 7-day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2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 ·  FINAL PROJECT DEFENSE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6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3ECF9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00400"/>
            <a:ext cx="5943600" cy="5943600"/>
          </a:xfrm>
          <a:prstGeom prst="ellipse">
            <a:avLst/>
          </a:prstGeom>
          <a:solidFill>
            <a:srgbClr val="6F56C9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 — Daily Leveling  ·  Divija Reddy Varkuti  ·  CSCI 4950_OL1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2026-07-29T00:37:03Z</dcterms:created>
  <dcterms:modified xsi:type="dcterms:W3CDTF">2026-07-29T00:37:03Z</dcterms:modified>
</cp:coreProperties>
</file>